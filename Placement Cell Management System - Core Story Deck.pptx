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Placement Cell Management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A database-backed system to organize campus recruitment workflows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Built around the core placement lifecycle: students, companies, jobs, applications, interviews, and offers.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Focus: backend database design, normalization, SQL implementation, and transaction reliability.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Decision point: move placement operations from scattered manual tracking to a structured relational system.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Why This Matters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Placement teams need accurate, fast, and centralized recruitment data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Manual records and fragmented spreadsheets make student eligibility, job openings, and application status hard to track.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The system gives students, coordinators, and recruiters a single source for recruitment activity.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Key evidence from the PDF: it targets efficient management of campus recruitment information and faster data retrieval.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Core Users and Workflows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The database supports the actors and actions that drive placement operations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Students: maintain profiles, eligibility information, applications, interviews, and offer outcomes.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Companies: store recruiter details, company records, job roles, packages, and requirements.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Placement cell: coordinate jobs, shortlist eligible candidates, manage applications, and monitor results.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Scope Decision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Keep the project centered on backend data integrity before expanding the interface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The PDF explicitly narrows scope to backend database implementation.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Included: student, company, job role, application, interview, offer, and coordinator data.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Excluded for now: advanced frontend experience, analytics dashboards, and external integrations.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A normalized relational database that connects placement entities cleanly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Student records connect to applications, interviews, and offers.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Company records connect to job roles and recruitment opportunities.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Applications bridge students and jobs, creating a traceable status history across the placement funnel.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Evidence: Data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The design choices map directly to placement-cell operations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Entities identified in the PDF include Students, Companies, Job_Roles, Applications, Interviews, Offers, and Coordinators.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Primary and foreign keys enforce links between students, jobs, applications, interviews, and offers.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The model supports common queries: eligible students, company openings, application status, and final offers.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B45309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Evidence: Quality Controls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Normalization and SQL constraints reduce duplication and inconsistent records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Normalization is applied through 1NF, 2NF, and 3NF principles.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Functional dependencies are identified so each table stores facts about one clear entity.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SQL implementation uses structured tables, keys, and relationships for reliable retrieval and updates.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7C3AED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Operational Reliability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Transactions and concurrency protect placement data during simultaneous activity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Transactions keep multi-step actions consistent, such as application updates and offer recording.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Concurrency handling is needed when multiple users update recruitment records at the same time.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The system aims to preserve correctness while supporting faster placement-cell workflows.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Implementation Decisions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Use proven database tooling and keep the first release practical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Database: MySQL with SQL for schema creation, insertion, retrieval, and updates.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Design method: ER modeling followed by normalized relational tables.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Delivery approach: validate backend data workflows first, then layer UI and reporting features.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370000" cy="6858000"/>
          </a:xfrm>
          <a:prstGeom prst="rect">
            <a:avLst/>
          </a:prstGeom>
          <a:solidFill>
            <a:srgbClr val="0F766E"/>
          </a:solidFill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0000" y="660000"/>
            <a:ext cx="11000000" cy="74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3550">
                <a:solidFill>
                  <a:srgbClr val="0F172A"/>
                </a:solidFill>
              </a:rPr>
              <a:t>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500000"/>
            <a:ext cx="10300000" cy="50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900">
                <a:solidFill>
                  <a:srgbClr val="475569"/>
                </a:solidFill>
              </a:rPr>
              <a:t>Turn the database design into a usable placement workflow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0000" y="260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Finalize schema constraints, indexes, and seed data for realistic student/company/job scenarios.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000" y="346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Build CRUD flows for students, companies, jobs, applications, interviews, and offers.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000" y="4320000"/>
            <a:ext cx="10400000" cy="54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n-US" sz="2050">
                <a:solidFill>
                  <a:srgbClr val="111827"/>
                </a:solidFill>
              </a:rPr>
              <a:t>Add role-based access, placement reports, eligibility filters, and backup/recovery procedures.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900000" y="6400000"/>
            <a:ext cx="4600000" cy="2200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en-US" sz="1150">
                <a:solidFill>
                  <a:srgbClr val="64748B"/>
                </a:solidFill>
              </a:rPr>
              <a:t>Placement Cell Management System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">
  <a:themeElements>
    <a:clrScheme name="Clean">
      <a:dk1>
        <a:srgbClr val="111827"/>
      </a:dk1>
      <a:lt1>
        <a:srgbClr val="F8FAFC"/>
      </a:lt1>
      <a:dk2>
        <a:srgbClr val="334155"/>
      </a:dk2>
      <a:lt2>
        <a:srgbClr val="E2E8F0"/>
      </a:lt2>
      <a:accent1>
        <a:srgbClr val="2563EB"/>
      </a:accent1>
      <a:accent2>
        <a:srgbClr val="0F766E"/>
      </a:accent2>
      <a:accent3>
        <a:srgbClr val="B45309"/>
      </a:accent3>
      <a:accent4>
        <a:srgbClr val="7C3AED"/>
      </a:accent4>
      <a:accent5>
        <a:srgbClr val="475569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 Cell Management System Core Story Deck</dc:title>
  <dc:creator>Codex</dc:creator>
  <cp:lastModifiedBy>Codex</cp:lastModifiedBy>
  <dcterms:created xsi:type="dcterms:W3CDTF">2026-04-20T18:20:52Z</dcterms:created>
  <dcterms:modified xsi:type="dcterms:W3CDTF">2026-04-20T18:20:52Z</dcterms:modified>
</cp:coreProperties>
</file>